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64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7315200" cy="7315200"/>
          </a:xfrm>
          <a:prstGeom prst="ellipse">
            <a:avLst/>
          </a:prstGeom>
          <a:solidFill>
            <a:srgbClr val="0E3F3C"/>
          </a:solidFill>
          <a:ln w="12700">
            <a:solidFill>
              <a:srgbClr val="0E3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914400"/>
            <a:ext cx="4572000" cy="45720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5303520"/>
            <a:ext cx="365760" cy="36576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5669280"/>
            <a:ext cx="201168" cy="201168"/>
          </a:xfrm>
          <a:prstGeom prst="ellipse">
            <a:avLst/>
          </a:prstGeom>
          <a:solidFill>
            <a:srgbClr val="E0805A"/>
          </a:solidFill>
          <a:ln w="12700">
            <a:solidFill>
              <a:srgbClr val="E08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2801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0E3F3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LVB · DIGITALE ZORG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288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88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EECD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Dagstructuur voor mensen met een licht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EEECD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verstandelijke beperking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Evelien Bruns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EC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 · 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Waar lopen ze tegenaan?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Vier terugkerende drempels in het dagelijks leven.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21208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26080"/>
            <a:ext cx="777240" cy="77724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260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783080" y="29443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Taken opbouwen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83080" y="33832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Stappen overzien valt vaak weg, met als gevolg afbreken of frustratie.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2651760"/>
            <a:ext cx="521208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926080"/>
            <a:ext cx="777240" cy="77724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9260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269480" y="29443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Agenda missen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269480" y="33832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 komt er vandaag? Wat morgen? Het overzicht verdwijnt snel.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63440"/>
            <a:ext cx="521208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37760"/>
            <a:ext cx="777240" cy="77724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9377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783080" y="495604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Medicijnen vergeten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83080" y="53949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Vaste momenten worden niet meer herinnerd zonder externe trigger.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35040" y="4663440"/>
            <a:ext cx="521208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4937760"/>
            <a:ext cx="777240" cy="77724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49377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269480" y="495604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Vol hoofd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269480" y="53949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Overprikkeling slaat plotseling toe — er is dan rust en houvast nodig.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 ·  OPLOSSING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Eén app, twee werelden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 de cliënt simpel houdt, geeft de begeleider grip.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486400" cy="3566160"/>
          </a:xfrm>
          <a:prstGeom prst="roundRect">
            <a:avLst>
              <a:gd name="adj" fmla="val 5128"/>
            </a:avLst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880360"/>
            <a:ext cx="822960" cy="822960"/>
          </a:xfrm>
          <a:prstGeom prst="ellipse">
            <a:avLst/>
          </a:prstGeom>
          <a:solidFill>
            <a:srgbClr val="E0805A"/>
          </a:solidFill>
          <a:ln w="12700">
            <a:solidFill>
              <a:srgbClr val="E08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🌱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783080" y="29260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Cliëntomgeving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3383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3F3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Visueel &amp; stap-voor-stap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F35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Grote knoppen en pictogrammen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F35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Spraakherkenning in eigen taal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F35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Beloning via een groeiende boom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F35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Eén-tap "vol hoofd" knop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F35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Directe chat met de begeleider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86400" cy="3566160"/>
          </a:xfrm>
          <a:prstGeom prst="roundRect">
            <a:avLst>
              <a:gd name="adj" fmla="val 5128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880360"/>
            <a:ext cx="822960" cy="82296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880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🧭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452360" y="29260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Begeleidersportaal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52360" y="3383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Overzicht &amp; regie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37960" y="402336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9 heldere tegels per categorie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AI helpt bij taken en rapportages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Patroonanalyse per cliënt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"Op dienst" voor overdracht
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Gedeeld inzicht in voortgang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C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 ·  CLIËNT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 de cliënt op het scherm ziet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640080" cy="640080"/>
          </a:xfrm>
          <a:prstGeom prst="ellipse">
            <a:avLst/>
          </a:prstGeom>
          <a:solidFill>
            <a:srgbClr val="B2DCFA"/>
          </a:solidFill>
          <a:ln w="12700">
            <a:solidFill>
              <a:srgbClr val="B2DC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31546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 stappen, tijd &amp; visuals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224028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2468880"/>
            <a:ext cx="640080" cy="640080"/>
          </a:xfrm>
          <a:prstGeom prst="ellipse">
            <a:avLst/>
          </a:prstGeom>
          <a:solidFill>
            <a:srgbClr val="E0FE9C"/>
          </a:solidFill>
          <a:ln w="12700">
            <a:solidFill>
              <a:srgbClr val="E0FE9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🗓️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11880" y="31546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35661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 komt er vandaag?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224028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2468880"/>
            <a:ext cx="640080" cy="640080"/>
          </a:xfrm>
          <a:prstGeom prst="ellipse">
            <a:avLst/>
          </a:prstGeom>
          <a:solidFill>
            <a:srgbClr val="F0CDFF"/>
          </a:solidFill>
          <a:ln w="12700">
            <a:solidFill>
              <a:srgbClr val="F0CD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46520" y="31546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Doelen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35661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Kleine stappen naar groot doel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224028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1160" y="2468880"/>
            <a:ext cx="640080" cy="64008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281160" y="31546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Beloningen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81160" y="35661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Verschijnen direct in de boom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572000"/>
            <a:ext cx="640080" cy="640080"/>
          </a:xfrm>
          <a:prstGeom prst="ellipse">
            <a:avLst/>
          </a:prstGeom>
          <a:solidFill>
            <a:srgbClr val="E0A9C2"/>
          </a:solidFill>
          <a:ln w="12700">
            <a:solidFill>
              <a:srgbClr val="E0A9C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77240" y="52578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Medicijnen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56692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Herinnering op vaste tijden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83280" y="434340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4572000"/>
            <a:ext cx="640080" cy="640080"/>
          </a:xfrm>
          <a:prstGeom prst="ellipse">
            <a:avLst/>
          </a:prstGeom>
          <a:solidFill>
            <a:srgbClr val="F0CDFF"/>
          </a:solidFill>
          <a:ln w="12700">
            <a:solidFill>
              <a:srgbClr val="F0C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3611880" y="52578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Vol hoofd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11880" y="56692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Eén-tap rust-activiteit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0" y="434340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46520" y="4572000"/>
            <a:ext cx="640080" cy="640080"/>
          </a:xfrm>
          <a:prstGeom prst="ellipse">
            <a:avLst/>
          </a:prstGeom>
          <a:solidFill>
            <a:srgbClr val="B2DCFA"/>
          </a:solidFill>
          <a:ln w="12700">
            <a:solidFill>
              <a:srgbClr val="B2DC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446520" y="52578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 met spraak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46520" y="56692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Inspreken in plaats van typen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052560" y="4343400"/>
            <a:ext cx="2606040" cy="1874520"/>
          </a:xfrm>
          <a:prstGeom prst="roundRect">
            <a:avLst>
              <a:gd name="adj" fmla="val 7317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44805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🌳</a:t>
            </a:r>
            <a:endParaRPr lang="en-US" sz="5600" dirty="0"/>
          </a:p>
        </p:txBody>
      </p:sp>
      <p:sp>
        <p:nvSpPr>
          <p:cNvPr id="41" name="Text 39"/>
          <p:cNvSpPr/>
          <p:nvPr/>
        </p:nvSpPr>
        <p:spPr>
          <a:xfrm>
            <a:off x="9235440" y="54864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Beloningenboom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235440" y="58064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Groeit met elke voltooide taak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 ·  BEGELEIDER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Het portaal — 9 tegels, alles binnen handbereik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B2DCFA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591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Cliënten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219456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E0FE9C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0280" y="23591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240280" y="2971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31920" y="219456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0CD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23591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931920" y="2971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Doelen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FD3C2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679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Beloningen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40280" y="370332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B2DCFA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38679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240280" y="4480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31920" y="370332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E0A9C2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0" y="38679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931920" y="4480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Medicijnen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2120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0CD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7667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Vol hoofd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40280" y="52120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80A599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537667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2240280" y="5989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 dienst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931920" y="52120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0" y="537667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931920" y="5989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Instellingen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194560"/>
            <a:ext cx="5486400" cy="4206240"/>
          </a:xfrm>
          <a:prstGeom prst="roundRect">
            <a:avLst>
              <a:gd name="adj" fmla="val 4348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0" y="256032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0805A"/>
          </a:solidFill>
          <a:ln w="12700">
            <a:solidFill>
              <a:srgbClr val="E080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25603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INGEBOUWD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0" y="31089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Slim &amp; lichter werk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6583680" y="3886200"/>
            <a:ext cx="411480" cy="41148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3886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✨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132320" y="386791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Taken genereren uit een korte beschrijving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83680" y="4480560"/>
            <a:ext cx="411480" cy="41148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4480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📝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132320" y="446227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Stappen automatisch herschrijven naar B1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583680" y="5074920"/>
            <a:ext cx="411480" cy="41148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5074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132320" y="505663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Dagrapportages met één klik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6583680" y="5669280"/>
            <a:ext cx="411480" cy="41148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132320" y="565099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Patroonanalyse over 30 dagen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EC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 ·  ONDERSCHEIDEND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Vier dingen die je elders niet zo vindt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514600"/>
            <a:ext cx="1280160" cy="1234440"/>
          </a:xfrm>
          <a:prstGeom prst="roundRect">
            <a:avLst>
              <a:gd name="adj" fmla="val 8889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514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🎙️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24028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Spraak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7889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Inspreken in plaats van typen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40280" y="329184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Drempel om iets te delen wordt aanzienlijk lager.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514600"/>
            <a:ext cx="1280160" cy="1234440"/>
          </a:xfrm>
          <a:prstGeom prst="roundRect">
            <a:avLst>
              <a:gd name="adj" fmla="val 8889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514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0100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01000" y="27889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AI-taalcheck op B1-niveau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01000" y="329184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Begeleider schrijft normaal — de app vereenvoudigt.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526280"/>
            <a:ext cx="1280160" cy="1234440"/>
          </a:xfrm>
          <a:prstGeom prst="roundRect">
            <a:avLst>
              <a:gd name="adj" fmla="val 8889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26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🌳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2240280" y="44805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40280" y="48006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Beloningenboom als visueel anker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240280" y="5303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Voortgang is direct zichtbaar, motiverend en concreet.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425196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8C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4526280"/>
            <a:ext cx="1280160" cy="1234440"/>
          </a:xfrm>
          <a:prstGeom prst="roundRect">
            <a:avLst>
              <a:gd name="adj" fmla="val 8889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4526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📈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001000" y="44805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Patronen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01000" y="48006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Vol hoofd-statistieken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01000" y="5303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Zicht op wanneer overprikkeling toeslaat, niet ná.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8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 ·  WAARDE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 het de organisatie oplevert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685800" cy="6858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31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41732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Minder crisismomenten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26791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Vol hoofd knop + rust-activiteiten vangen overprikkeling vroeg op.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85800" cy="6858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291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417320" y="3246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Snellere rapportage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6393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levert een dagrapportage in seconden, klaar voor het dossier.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685800" cy="6858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2519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🤝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17320" y="4206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Soepele overdracht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59943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"Op dienst" maakt duidelijk wie waarvoor verantwoordelijk 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685800" cy="6858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2120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417320" y="5166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Inzicht in gedrag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55595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E6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Patroonanalyse laat zien wat werkt — en wat juist niet.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2194560"/>
            <a:ext cx="4846320" cy="4114800"/>
          </a:xfrm>
          <a:prstGeom prst="roundRect">
            <a:avLst>
              <a:gd name="adj" fmla="val 4444"/>
            </a:avLst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94560"/>
            <a:ext cx="914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D3C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</a:t>
            </a:r>
            <a:endParaRPr lang="en-US" sz="11000" dirty="0"/>
          </a:p>
        </p:txBody>
      </p:sp>
      <p:sp>
        <p:nvSpPr>
          <p:cNvPr id="22" name="Text 20"/>
          <p:cNvSpPr/>
          <p:nvPr/>
        </p:nvSpPr>
        <p:spPr>
          <a:xfrm>
            <a:off x="7132320" y="338328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Een rustig hoofd voor de cliënt,</a:t>
            </a:r>
            <a:endParaRPr lang="en-US" sz="2200" dirty="0"/>
          </a:p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overzicht voor het team.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132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Doel van TaskBuddy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6446520"/>
            <a:ext cx="228600" cy="228600"/>
          </a:xfrm>
          <a:prstGeom prst="ellipse">
            <a:avLst/>
          </a:prstGeom>
          <a:solidFill>
            <a:srgbClr val="16645F"/>
          </a:solidFill>
          <a:ln w="12700">
            <a:solidFill>
              <a:srgbClr val="1664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F3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TaskBuddy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29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64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7315200" cy="7315200"/>
          </a:xfrm>
          <a:prstGeom prst="ellipse">
            <a:avLst/>
          </a:prstGeom>
          <a:solidFill>
            <a:srgbClr val="0E3F3C"/>
          </a:solidFill>
          <a:ln w="12700">
            <a:solidFill>
              <a:srgbClr val="0E3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029200"/>
            <a:ext cx="4114800" cy="4114800"/>
          </a:xfrm>
          <a:prstGeom prst="ellipse">
            <a:avLst/>
          </a:prstGeom>
          <a:solidFill>
            <a:srgbClr val="80A599"/>
          </a:solidFill>
          <a:ln w="12700">
            <a:solidFill>
              <a:srgbClr val="80A5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89920" y="548640"/>
            <a:ext cx="274320" cy="274320"/>
          </a:xfrm>
          <a:prstGeom prst="ellipse">
            <a:avLst/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47120" y="914400"/>
            <a:ext cx="457200" cy="457200"/>
          </a:xfrm>
          <a:prstGeom prst="ellipse">
            <a:avLst/>
          </a:prstGeom>
          <a:solidFill>
            <a:srgbClr val="E0805A"/>
          </a:solidFill>
          <a:ln w="12700">
            <a:solidFill>
              <a:srgbClr val="E08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55448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FD3C2"/>
          </a:solidFill>
          <a:ln w="12700">
            <a:solidFill>
              <a:srgbClr val="FFD3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0E3F3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ÉÉN ZIN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Klein in handen,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6576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i="1" dirty="0">
                <a:solidFill>
                  <a:srgbClr val="FFD3C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groot in impact.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6576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Probeer TaskBuddy met één cliënt deze week.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0" y="5349240"/>
            <a:ext cx="4572000" cy="0"/>
          </a:xfrm>
          <a:prstGeom prst="line">
            <a:avLst/>
          </a:prstGeom>
          <a:noFill/>
          <a:ln w="19050">
            <a:solidFill>
              <a:srgbClr val="FFD3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taskbuddy-gilt-one.vercel.app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ECD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Evelien Bruns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TaskBuddy — Dagstructuur voor LVB</dc:title>
  <dc:subject>PptxGenJS Presentation</dc:subject>
  <dc:creator>Evelien Bruns</dc:creator>
  <cp:lastModifiedBy>Evelien Bruns</cp:lastModifiedBy>
  <cp:revision>1</cp:revision>
  <dcterms:created xsi:type="dcterms:W3CDTF">2026-06-11T19:41:23Z</dcterms:created>
  <dcterms:modified xsi:type="dcterms:W3CDTF">2026-06-11T19:41:23Z</dcterms:modified>
</cp:coreProperties>
</file>